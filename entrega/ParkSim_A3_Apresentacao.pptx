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Centro Universitário UNA – Barreiro · Banco de Dados · Desafio A3 · Trilha Oracle Academy: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39D98A"/>
                </a:solidFill>
              </a:defRPr>
            </a:pPr>
            <a:r>
              <a:t>ParkSim — Projeto de Banco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F7FAFF"/>
                </a:solidFill>
              </a:defRPr>
            </a:pPr>
            <a:r>
              <a:t>Estacionamento com simulador web, banco relacional em nuvem (PostgreSQL/Supabase)</a:t>
            </a:r>
            <a:br/>
            <a:r>
              <a:t>e dados persistidos por conta (Auth + Row Level Security)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20440"/>
            <a:ext cx="6766560" cy="2377440"/>
          </a:xfrm>
          <a:prstGeom prst="rect">
            <a:avLst/>
          </a:prstGeom>
          <a:solidFill>
            <a:srgbClr val="0A1426"/>
          </a:solidFill>
          <a:ln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700" b="1">
                <a:solidFill>
                  <a:srgbClr val="FBBF24"/>
                </a:solidFill>
              </a:defRPr>
            </a:pPr>
            <a:r>
              <a:t>GRUPO 5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João Vitor Alves Rodrigues  —  RA: 32513480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Rafael Luiz Ferreira de Souza  —  RA: 32511503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Pietro Cardoso de Oliveira  —  RA: 32515280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Gustavo Henrique Ramos  —  RA: 325141430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Pedro Henrique Martins  —  RA: 325130235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352044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AAB8D5"/>
                </a:solidFill>
              </a:defRPr>
            </a:pPr>
            <a:r>
              <a:t>Professores: Alexandre e Silvia</a:t>
            </a:r>
          </a:p>
          <a:p>
            <a:pPr>
              <a:defRPr sz="1500">
                <a:solidFill>
                  <a:srgbClr val="AAB8D5"/>
                </a:solidFill>
              </a:defRPr>
            </a:pPr>
            <a:r>
              <a:t>Disciplina: Banco de Dados</a:t>
            </a:r>
          </a:p>
          <a:p>
            <a:pPr>
              <a:defRPr sz="1500">
                <a:solidFill>
                  <a:srgbClr val="AAB8D5"/>
                </a:solidFill>
              </a:defRPr>
            </a:pPr>
            <a:r>
              <a:t>Setembro / 2026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lebot007.github.io/a3controlecarros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Estrutura da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1. Levantamento de requisitos e regras de negócio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2. Modelagem conceitual — Diagrama Entidade-Relacionamento (DER)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3. Modelagem lógica e normalização (até 3FN) + integridade referencial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4. Modelagem física e linguagem SQL — DDL, DML e DQL executáveis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5. Aplicação web, demonstração e persistência dos dados por conta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6. Conclusão e conceitos de Banco de Dados aplicados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Contexto da organização e problema identificado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Organização: ParkSim — estacionamento fictício com 8 vagas físicas e 4 tipos de tarifa (Comum, Coberta, PCD e Idoso).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Problema: controle de entrada/saída em papel e planilhas isoladas → duplicidade de dados, dificuldade de acesso e inconsistências.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Solução: banco de dados relacional real (PostgreSQL via Supabase, em nuvem) integrado a uma aplicação web que simula e registra o pátio em tempo real.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Entregas: documento de projeto (modelagens + diagramas), script .sql executável (DDL + DML + DQL) e site publicado com painel administrativo.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Atividades contempladas pelo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Registro de entrada de veículos com ocupação de vaga e atendente responsável;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Registro de saída com cálculo automático de tempo e valor cobrado (regra dentro do banco, via TRIGGER);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Cadastro de clientes e de seus veículos (1 cliente : N veículos);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Gestão das vagas físicas e das tarifas por hora de cada tipo de vaga;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Painel administrativo com relatório em tempo real (SELECT com JOINs) e exportação em PDF;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Controle de acesso: cada usuário autenticado vê e gerencia apenas os dados da sua conta (Auth + RLS).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Informações que precisam ser armazenadas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Clientes: nome, CPF, telefone e e-mail;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Veículos: placa, cor, modelo e o cliente proprietário;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Funcionários: nome, cargo e CPF (atendentes que registram os movimentos);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Tipos de vaga: descrição e valor da tarifa por hora;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Vagas: número, tipo da vaga e situação (ativa/inativa);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Movimentações: veículo, vaga, funcionário, hora de entrada, hora de saída, tempo em minutos, valor cobrado, status, sessão e conta (user_id).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Necessidades de consulta e geração de relatórios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Relatório completo das movimentações da conta, com JOIN entre as 6 tabelas (base do painel e do PDF);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Faturamento total por cliente no último mês — exemplo citado no enunciado do desafio;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Vaga mais utilizada (JOIN + COUNT + GROUP BY);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Tempo médio de permanência por tipo de vaga (AVG);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Funcionário que mais registrou movimentações (COUNT);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Veículos atualmente estacionados, com dados do cliente e da vaga.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Regras de negócio que orientam 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RN01 — Um cliente pode possuir vários veículos; cada veículo pertence a um único cliente (1:N).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RN02 — Cada movimentação envolve exatamente 1 veículo, 1 vaga e 1 funcionário.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RN03 — Um veículo pode gerar várias movimentações ao longo do tempo (histórico).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RN04 — A tarifa por hora é do TIPO da vaga, não da vaga (evita redundância → 3FN).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RN05 — Na saída, o banco calcula tempo_minutos e valor_cobrado (TRIGGER trg_calcular_saida).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RN06 — Saída somente após a entrada (CHECK) e status limitado a ESTACIONADO ou SAIU.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RN07 — Vagas PCD e Idoso possuem tarifa social (valor_hora = 0,00).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RN08 — Toda movimentação pertence à conta logada (user_id); visitante não grava dados.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RN09 — Excluir um veículo exclui suas movimentações (CASCADE); vagas e funcionários são protegidos (RESTRICT).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 · Modelagem conceitual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Diagrama Entidade-Relacionamento (DER)</a:t>
            </a:r>
          </a:p>
        </p:txBody>
      </p:sp>
      <p:pic>
        <p:nvPicPr>
          <p:cNvPr id="5" name="Picture 4" descr="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811" y="1325880"/>
            <a:ext cx="7048072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i="1">
                <a:solidFill>
                  <a:srgbClr val="AAB8D5"/>
                </a:solidFill>
              </a:defRPr>
            </a:pPr>
            <a:r>
              <a:t>Notação de Chen: 6 entidades, 5 relacionamentos 1:N, atributos com chaves primárias sublinhadas e user_id vinculando os dados à conta autenticada.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 · Modelagem conceitual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Entidades, chaves e cardinalidades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1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188720"/>
                <a:gridCol w="6062472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Relacionamento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Card.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Regra de negócio representada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CLIENTE — POSSUI — VEICULO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cliente possui vários veículos; cada veículo, um dono.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 — GERA — MOVIMENTACAO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veículo gera várias movimentações (histórico de entradas).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VAGA — OCUPA — MOVIMENTACAO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Uma vaga é ocupada em várias movimentações (uma por vez).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FUNCIONARIO — REGISTRA — MOVIMENTACAO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atendente registra várias movimentações.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TIPO_VAGA — CLASSIFICA — VAGA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tipo (tarifa) classifica várias vagas físicas.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AAB8D5"/>
                </a:solidFill>
              </a:defRPr>
            </a:pPr>
            <a:r>
              <a:t>No lado da MOVIMENTACAO a participação é total e unitária (1,1): cada movimento usa exatamente uma vaga, um veículo e um atendente.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Modelagem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Esquema relacional com chaves primárias e estrangeiras</a:t>
            </a:r>
          </a:p>
        </p:txBody>
      </p:sp>
      <p:pic>
        <p:nvPicPr>
          <p:cNvPr id="5" name="Picture 4" descr="log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047" y="1325880"/>
            <a:ext cx="74676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i="1">
                <a:solidFill>
                  <a:srgbClr val="AAB8D5"/>
                </a:solidFill>
              </a:defRPr>
            </a:pPr>
            <a:r>
              <a:t>Modelo lógico relacional: atributos atômicos, PK em todas as tabelas e FKs garantindo a integridade referencial (tracejado = vínculo com a conta em auth.users).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Modelagem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Notação relacional do modelo lógico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320040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CLIENTE      ( id , nome, cpf, telefone, email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VEICULO      ( id , placa, cor, modelo, cliente_id -&gt; CLIENTE, user_id -&gt; auth.users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FUNCIONARIO  ( id , nome, cargo, cpf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TIPO_VAGA    ( id , descricao, valor_hora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VAGA         ( id , numero, ativa, tipo_vaga_id -&gt; TIPO_VAGA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MOVIMENTACAO ( id , veiculo_id -&gt; VEICULO, vaga_id -&gt; VAGA,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        funcionario_id -&gt; FUNCIONARIO, sessao, user_id -&gt; auth.users,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        hora_entrada, hora_saida, tempo_minutos, valor_cobrado, status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id = chave primaria (sublinhado)   |   -&gt; = chave estrangeira (FK)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Normalização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Normalização aplicada (até a 3FN)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1FN — atributos atômicos e PK em todas as tabelas; sem grupos repetidos (um veículo com várias entradas = várias linhas de MOVIMENTACAO, nunca listas dentro de uma célula).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2FN — todas as tabelas têm PK simples (serial/bigserial); logo, não existe dependência parcial de chave composta.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3FN — nenhuma dependência transitiva: a tarifa depende apenas do TIPO_VAGA (vaga só guarda tipo_vaga_id); placa/cliente/vaga/atendente não se repetem em MOVIMENTACAO — entram por FK.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Anomalias eliminadas: alteração de tarifa em um único lugar (TIPO_VAGA); inclusão de vaga sem movimentação; exclusão de movimentação não apaga cliente, vaga ou funcionário.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tempo_minutos e valor_cobrado são derivados, mas armazenados como histórico auditável, calculados pelo banco (TRIGGER) — nunca digitados.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Integridade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Integridade referencial (chaves estrangeiras)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1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188720"/>
                <a:gridCol w="6062472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FK (tabela.origem)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Referencia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Ação ON DELETE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veiculo.cliente_id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cliente.id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vaga.tipo_vaga_id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tipo_vaga.id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movimentacao.veiculo_id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veiculo.id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CASCADE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movimentacao.vaga_id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vaga.id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RESTRICT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movimentacao.funcionario_id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funcionario.id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RESTRICT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veiculo.user_id / movimentacao.user_id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auth.users.id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CASCADE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AAB8D5"/>
                </a:solidFill>
              </a:defRPr>
            </a:pPr>
            <a:r>
              <a:t>CHECKs complementares: hora_saida &gt;= hora_entrada · status IN ('ESTACIONADO','SAIU') · valor_hora &gt;= 0 · UNIQUE em placa, cpf e numero da vaga.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DDL — CREATE TABLE, TRIGGER, índices e 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512064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CREATE TABLE movimentacao (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id             bigserial PRIMARY KEY,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veiculo_id     integer NOT NULL REFERENCES veiculo(id)     ON DELETE CASCADE,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vaga_id        integer NOT NULL REFERENCES vaga(id)        ON DELETE RESTRICT,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funcionario_id integer NOT NULL REFERENCES funcionario(id) ON DELETE RESTRICT,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sessao         integer NOT NULL DEFAULT 1,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user_id        uuid REFERENCES auth.users(id) ON DELETE CASCADE,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hora_entrada   timestamptz NOT NULL DEFAULT now(),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hora_saida     timestamptz,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tempo_minutos  integer,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valor_cobrado  numeric(8,2),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status         varchar(15) NOT NULL DEFAULT 'ESTACIONADO'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            CHECK (status IN ('ESTACIONADO','SAIU')),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CONSTRAINT chk_saida_apos_entrada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 CHECK (hora_saida IS NULL OR hora_saida &gt;= hora_entrada)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CREATE OR REPLACE FUNCTION fn_calcular_saida() RETURNS trigger AS $$ ... $$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LANGUAGE plpgsql;   -- calcula tempo_minutos e valor_cobrado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CREATE TRIGGER trg_calcular_saida BEFORE UPDATE ON movimentacao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FOR EACH ROW EXECUTE FUNCTION fn_calcular_saida();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CREATE POLICY leitura_restrita_movimentacao ON movimentacao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FOR SELECT USING (auth.uid() IS NOT NULL AND user_id = auth.uid());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Migracao fisica (ALTER TABLE): vincula os dados a conta, sem quebrar nada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ALTER TABLE movimentacao ADD COLUMN IF NOT EXISTS user_id uuid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REFERENCES auth.users(id) ON DELETE CASCADE;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DML — INSERT, UPDATE e DELETE (carga e operações)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512064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Carga inicial (homologacao) - INSERT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tipo_vaga (descricao, valor_hora) VALUES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('Comum', 6.00), ('Coberta', 9.00), ('PCD', 0.00), ('Idoso', 0.00);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vaga (numero, tipo_vaga_id) VALUES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(1, (SELECT id FROM tipo_vaga WHERE descricao = 'Comum')),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(4, (SELECT id FROM tipo_vaga WHERE descricao = 'Coberta'));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cliente (nome, cpf, telefone, email) VALUES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('Ana Beatriz Souza', '11111111111', '(31) 90000-0001', 'ana.souza@exemplo.com');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movimentacao (veiculo_id, vaga_id, funcionario_id, sessao, user_id, status)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VALUES (&lt;id&gt;, &lt;id&gt;, &lt;id&gt;, 1, auth.uid(), 'ESTACIONADO');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UPDATE: saida do veiculo (a TRIGGER calcula tempo e valor no banco)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UPDATE movimentacao SET hora_saida = now(), status = 'SAIU'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WHERE veiculo_id = (SELECT id FROM veiculo WHERE placa = 'ABC1D23')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AND hora_saida IS NULL;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DELETE: limpeza dos dados da propria conta (executado pelo botao Reiniciar)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DELETE FROM veiculo WHERE user_id = auth.uid();   -- CASCADE limpa movimentacao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DQL — relatório com JOIN entre as 6 tabelas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3749039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Relatorio completo: JOIN entre as 6 tabelas (painel administrativo)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SELECT m.id, v.placa, v.cor, c.nome AS cliente, vg.numero AS vaga,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tv.descricao AS tipo_vaga, f.nome AS atendente,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m.hora_entrada, m.hora_saida, m.tempo_minutos, m.valor_cobrado, m.status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FROM movimentacao m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veiculo      v  ON v.id  = m.veiculo_id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cliente      c  ON c.id  = v.cliente_id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vaga         vg ON vg.id = m.vaga_id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tipo_vaga    tv ON tv.id = vg.tipo_vaga_id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funcionario  f  ON f.id  = m.funcionario_id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WHERE m.user_id = auth.uid()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ORDER BY m.hora_entrada DESC;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DQL — consultas estratégicas com agregações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320040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Faturamento por cliente no ultimo mes (exemplo do enunciado)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SELECT c.nome AS cliente, COUNT(m.id) AS total_movimentacoes,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COALESCE(SUM(m.valor_cobrado), 0) AS faturamento_total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FROM cliente c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veiculo      v ON v.cliente_id = c.id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movimentacao m ON m.veiculo_id = v.id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WHERE m.hora_saida &gt;= now() - INTERVAL '1 month'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GROUP BY c.nome ORDER BY faturamento_total DESC;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Tambem: vaga mais utilizada (COUNT/GROUP BY), tempo medio por tipo (AVG),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funcionario que mais atendeu (COUNT) e veiculos estacionados agora.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5 · 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Aplicação web e 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Site publicado: https://lebot007.github.io/a3controlecarros/  ·  acesso admin de teste: admin@parksim.com / admin123.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Fluxo: login (Supabase Auth) → simulação de entrada/saída → INSERT em veiculo e movimentacao → UPDATE de saída dispara a TRIGGER de cálculo → painel com SELECT JOIN em tempo real → exportação em PDF.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Os registros podem ser inspecionados ao vivo no Table Editor do Supabase durante a demonstração.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Persistência por conta: ao sair e entrar novamente na conta (ou recarregar a página), o relatório é restaurado — cada linha carrega o user_id do dono.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Visitantes assistem à simulação sem gravar dados; o botão Reiniciar apaga somente os dados da conta logada.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5 · 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Arquitetura da solução</a:t>
            </a:r>
          </a:p>
        </p:txBody>
      </p:sp>
      <p:pic>
        <p:nvPicPr>
          <p:cNvPr id="5" name="Picture 4" descr="arquite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3640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i="1">
                <a:solidFill>
                  <a:srgbClr val="AAB8D5"/>
                </a:solidFill>
              </a:defRPr>
            </a:pPr>
            <a:r>
              <a:t>Front-end estático no GitHub Pages consome o Supabase: Auth (sessão JWT), API PostgREST com políticas RLS por conta e PostgreSQL com tabelas, FKs, TRIGGER e índices.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5 ·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Segurança e persistência dos dados por conta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Autenticação: Supabase Auth com sessão JWT; a conta logada é identificada por auth.uid().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Row Level Security: políticas de SELECT, INSERT, UPDATE e DELETE filtram por user_id = auth.uid() — uma conta nunca enxerga ou altera dados de outra.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Migração física não destrutiva: ALTER TABLE ... ADD COLUMN IF NOT EXISTS user_id + CREATE INDEX + troca das políticas (executada com sucesso no SQL Editor do Supabase).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Correção de comportamento: antes, recarregar a página apagava o banco inteiro; agora nada é apagado no carregamento e o histórico pertence à conta.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Chave anon (publishable) apenas no front-end: toda proteção real fica nas políticas RLS do banco.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6 ·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Conceitos de Banco de Dados aplicados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Modelagem relacional: 6 tabelas normalizadas até a 3FN, ligadas por chaves estrangeiras;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INSERT: criação de veículo (se a placa não existir) e da movimentação de entrada;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UPDATE + TRIGGER: regra de negócio de cobrança executada dentro do banco;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SELECT com JOIN e agregações (COUNT, SUM, AVG, GROUP BY) nos relatórios e no PDF;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DELETE com ON DELETE CASCADE no ciclo de vida dos dados da conta;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DDL completo (CREATE/ALTER TABLE, índices, trigger, políticas RLS) + DML + DQL em script .sql executável;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Segurança e nuvem: Auth + RLS por conta e persistência real no PostgreSQL/Supabase.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Obrigado! Perguntas?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54480"/>
          <a:ext cx="1118311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926080"/>
                <a:gridCol w="2770632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Integrante do Grupo 5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RA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João Vitor Alves Rodrigues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32513480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Rafael Luiz Ferreira de Souza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32511503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Pietro Cardoso de Oliveira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32515280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Gustavo Henrique Ramos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325141430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Pedro Henrique Martins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325130235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720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</a:defRPr>
            </a:pPr>
            <a:r>
              <a:t>Site: https://lebot007.github.io/a3controlecarros/   ·   Repositório: github.com/Lebot007/a3controlecarros</a:t>
            </a:r>
          </a:p>
          <a:p>
            <a:pPr>
              <a:defRPr sz="1400">
                <a:solidFill>
                  <a:srgbClr val="AAB8D5"/>
                </a:solidFill>
              </a:defRPr>
            </a:pPr>
            <a:r>
              <a:t>Entregas: documento de projeto (DOCX/PDF), apresentação (PPTX/PDF), diagramas e script .sql (DDL + DML + DQL) executável no Supabase.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